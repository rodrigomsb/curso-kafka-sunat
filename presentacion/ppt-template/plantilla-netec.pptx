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ms-powerpoint.presentation.macroEnabled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4"/>
  </p:notesMasterIdLst>
  <p:sldIdLst/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. Introducción" id="{06389781-973B-42B8-9930-6E130E73190C}">
          <p14:sldIdLst>
            <p14:sldId id="259"/>
            <p14:sldId id="260"/>
            <p14:sldId id="261"/>
            <p14:sldId id="324"/>
            <p14:sldId id="262"/>
            <p14:sldId id="325"/>
            <p14:sldId id="263"/>
            <p14:sldId id="326"/>
            <p14:sldId id="264"/>
            <p14:sldId id="327"/>
            <p14:sldId id="265"/>
            <p14:sldId id="266"/>
          </p14:sldIdLst>
        </p14:section>
        <p14:section name="1. Capítulo 1" id="{3B5D5C8E-1C66-40B1-AF61-BD77D8ED0B5A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2. Capítulo 2" id="{352DAAC8-B166-47C5-BB26-C5D88D3A5FB1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3. Capítulo 3" id="{F8C905B6-0C99-44ED-A98E-D55D620924BE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4. Capítulo 4" id="{7F216F2F-387D-4B57-A01E-DE93FF1682C8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5. Capítulo 5" id="{A70F4A35-00C7-45C4-BEE3-F6549B49FB48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Final" id="{60976FD6-ADFB-49F8-8AFA-25CC64ABEC4F}">
          <p14:sldIdLst>
            <p14:sldId id="323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7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77" Type="http://schemas.openxmlformats.org/officeDocument/2006/relationships/theme" Target="theme/theme1.xml"/><Relationship Id="rId3" Type="http://schemas.openxmlformats.org/officeDocument/2006/relationships/customXml" Target="../customXml/item3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76" Type="http://schemas.openxmlformats.org/officeDocument/2006/relationships/viewProps" Target="viewProps.xml"/><Relationship Id="rId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Grande" userId="7ad266ba-0b3d-4d78-9c0c-3f8060328c5c" providerId="ADAL" clId="{3C1B581F-F628-44FF-A308-816DA856AC92}"/>
    <pc:docChg chg="undo custSel addSld delSld modSld modSection">
      <pc:chgData name="Lucy Grande" userId="7ad266ba-0b3d-4d78-9c0c-3f8060328c5c" providerId="ADAL" clId="{3C1B581F-F628-44FF-A308-816DA856AC92}" dt="2026-06-11T23:35:00.853" v="216" actId="207"/>
      <pc:docMkLst>
        <pc:docMk/>
      </pc:docMkLst>
      <pc:sldChg chg="modSp mod">
        <pc:chgData name="Lucy Grande" userId="7ad266ba-0b3d-4d78-9c0c-3f8060328c5c" providerId="ADAL" clId="{3C1B581F-F628-44FF-A308-816DA856AC92}" dt="2026-06-11T23:24:30.429" v="1" actId="113"/>
        <pc:sldMkLst>
          <pc:docMk/>
          <pc:sldMk cId="1543095328" sldId="259"/>
        </pc:sldMkLst>
        <pc:spChg chg="mod">
          <ac:chgData name="Lucy Grande" userId="7ad266ba-0b3d-4d78-9c0c-3f8060328c5c" providerId="ADAL" clId="{3C1B581F-F628-44FF-A308-816DA856AC92}" dt="2026-06-11T23:24:30.429" v="1" actId="113"/>
          <ac:spMkLst>
            <pc:docMk/>
            <pc:sldMk cId="1543095328" sldId="259"/>
            <ac:spMk id="2" creationId="{0C3F818F-88B6-EBEE-E30C-8C332F719C4D}"/>
          </ac:spMkLst>
        </pc:spChg>
      </pc:sldChg>
      <pc:sldChg chg="modSp mod">
        <pc:chgData name="Lucy Grande" userId="7ad266ba-0b3d-4d78-9c0c-3f8060328c5c" providerId="ADAL" clId="{3C1B581F-F628-44FF-A308-816DA856AC92}" dt="2026-06-11T23:25:55.913" v="27" actId="1076"/>
        <pc:sldMkLst>
          <pc:docMk/>
          <pc:sldMk cId="209206263" sldId="261"/>
        </pc:sldMkLst>
        <pc:spChg chg="mod">
          <ac:chgData name="Lucy Grande" userId="7ad266ba-0b3d-4d78-9c0c-3f8060328c5c" providerId="ADAL" clId="{3C1B581F-F628-44FF-A308-816DA856AC92}" dt="2026-06-11T23:25:55.913" v="27" actId="1076"/>
          <ac:spMkLst>
            <pc:docMk/>
            <pc:sldMk cId="209206263" sldId="261"/>
            <ac:spMk id="3" creationId="{B1A0D746-4DC0-FC19-FAEA-6945A8E71531}"/>
          </ac:spMkLst>
        </pc:spChg>
      </pc:sldChg>
      <pc:sldChg chg="modSp mod">
        <pc:chgData name="Lucy Grande" userId="7ad266ba-0b3d-4d78-9c0c-3f8060328c5c" providerId="ADAL" clId="{3C1B581F-F628-44FF-A308-816DA856AC92}" dt="2026-06-11T23:27:41.999" v="50" actId="14100"/>
        <pc:sldMkLst>
          <pc:docMk/>
          <pc:sldMk cId="3927322786" sldId="262"/>
        </pc:sldMkLst>
        <pc:spChg chg="mod">
          <ac:chgData name="Lucy Grande" userId="7ad266ba-0b3d-4d78-9c0c-3f8060328c5c" providerId="ADAL" clId="{3C1B581F-F628-44FF-A308-816DA856AC92}" dt="2026-06-11T23:27:41.999" v="50" actId="14100"/>
          <ac:spMkLst>
            <pc:docMk/>
            <pc:sldMk cId="3927322786" sldId="262"/>
            <ac:spMk id="2" creationId="{C4F10BD3-07D0-A254-C312-E9ACAAEBE8CE}"/>
          </ac:spMkLst>
        </pc:spChg>
      </pc:sldChg>
      <pc:sldChg chg="modSp add del mod">
        <pc:chgData name="Lucy Grande" userId="7ad266ba-0b3d-4d78-9c0c-3f8060328c5c" providerId="ADAL" clId="{3C1B581F-F628-44FF-A308-816DA856AC92}" dt="2026-06-11T23:29:30.163" v="94" actId="12"/>
        <pc:sldMkLst>
          <pc:docMk/>
          <pc:sldMk cId="1111265040" sldId="263"/>
        </pc:sldMkLst>
        <pc:spChg chg="mod">
          <ac:chgData name="Lucy Grande" userId="7ad266ba-0b3d-4d78-9c0c-3f8060328c5c" providerId="ADAL" clId="{3C1B581F-F628-44FF-A308-816DA856AC92}" dt="2026-06-11T23:29:30.163" v="94" actId="12"/>
          <ac:spMkLst>
            <pc:docMk/>
            <pc:sldMk cId="1111265040" sldId="263"/>
            <ac:spMk id="2" creationId="{273898DA-66BD-6548-D5AF-9DC60D819AEA}"/>
          </ac:spMkLst>
        </pc:spChg>
      </pc:sldChg>
      <pc:sldChg chg="modSp mod">
        <pc:chgData name="Lucy Grande" userId="7ad266ba-0b3d-4d78-9c0c-3f8060328c5c" providerId="ADAL" clId="{3C1B581F-F628-44FF-A308-816DA856AC92}" dt="2026-06-11T23:30:47.571" v="114" actId="27636"/>
        <pc:sldMkLst>
          <pc:docMk/>
          <pc:sldMk cId="3162444856" sldId="264"/>
        </pc:sldMkLst>
        <pc:spChg chg="mod">
          <ac:chgData name="Lucy Grande" userId="7ad266ba-0b3d-4d78-9c0c-3f8060328c5c" providerId="ADAL" clId="{3C1B581F-F628-44FF-A308-816DA856AC92}" dt="2026-06-11T23:30:47.571" v="114" actId="27636"/>
          <ac:spMkLst>
            <pc:docMk/>
            <pc:sldMk cId="3162444856" sldId="264"/>
            <ac:spMk id="2" creationId="{A0BE2D4F-2A17-D4CC-010E-3CE9D66D3CEE}"/>
          </ac:spMkLst>
        </pc:spChg>
      </pc:sldChg>
      <pc:sldChg chg="modSp mod">
        <pc:chgData name="Lucy Grande" userId="7ad266ba-0b3d-4d78-9c0c-3f8060328c5c" providerId="ADAL" clId="{3C1B581F-F628-44FF-A308-816DA856AC92}" dt="2026-06-11T23:33:20.389" v="206" actId="113"/>
        <pc:sldMkLst>
          <pc:docMk/>
          <pc:sldMk cId="2966492635" sldId="265"/>
        </pc:sldMkLst>
        <pc:spChg chg="mod">
          <ac:chgData name="Lucy Grande" userId="7ad266ba-0b3d-4d78-9c0c-3f8060328c5c" providerId="ADAL" clId="{3C1B581F-F628-44FF-A308-816DA856AC92}" dt="2026-06-11T23:33:20.389" v="206" actId="113"/>
          <ac:spMkLst>
            <pc:docMk/>
            <pc:sldMk cId="2966492635" sldId="265"/>
            <ac:spMk id="2" creationId="{BDDC0FCA-18BC-BBFE-5515-3AD7C41F71D1}"/>
          </ac:spMkLst>
        </pc:spChg>
      </pc:sldChg>
      <pc:sldChg chg="modSp mod">
        <pc:chgData name="Lucy Grande" userId="7ad266ba-0b3d-4d78-9c0c-3f8060328c5c" providerId="ADAL" clId="{3C1B581F-F628-44FF-A308-816DA856AC92}" dt="2026-06-11T23:33:32.981" v="208" actId="207"/>
        <pc:sldMkLst>
          <pc:docMk/>
          <pc:sldMk cId="1475686316" sldId="267"/>
        </pc:sldMkLst>
        <pc:spChg chg="mod">
          <ac:chgData name="Lucy Grande" userId="7ad266ba-0b3d-4d78-9c0c-3f8060328c5c" providerId="ADAL" clId="{3C1B581F-F628-44FF-A308-816DA856AC92}" dt="2026-06-11T23:33:32.981" v="208" actId="207"/>
          <ac:spMkLst>
            <pc:docMk/>
            <pc:sldMk cId="1475686316" sldId="267"/>
            <ac:spMk id="4" creationId="{3D06092A-C55D-CAC6-0E70-B132053D4C54}"/>
          </ac:spMkLst>
        </pc:spChg>
      </pc:sldChg>
      <pc:sldChg chg="modSp mod">
        <pc:chgData name="Lucy Grande" userId="7ad266ba-0b3d-4d78-9c0c-3f8060328c5c" providerId="ADAL" clId="{3C1B581F-F628-44FF-A308-816DA856AC92}" dt="2026-06-11T23:33:57" v="210" actId="207"/>
        <pc:sldMkLst>
          <pc:docMk/>
          <pc:sldMk cId="4119477260" sldId="278"/>
        </pc:sldMkLst>
        <pc:spChg chg="mod">
          <ac:chgData name="Lucy Grande" userId="7ad266ba-0b3d-4d78-9c0c-3f8060328c5c" providerId="ADAL" clId="{3C1B581F-F628-44FF-A308-816DA856AC92}" dt="2026-06-11T23:33:57" v="210" actId="207"/>
          <ac:spMkLst>
            <pc:docMk/>
            <pc:sldMk cId="4119477260" sldId="278"/>
            <ac:spMk id="4" creationId="{3D06092A-C55D-CAC6-0E70-B132053D4C54}"/>
          </ac:spMkLst>
        </pc:spChg>
      </pc:sldChg>
      <pc:sldChg chg="modSp mod">
        <pc:chgData name="Lucy Grande" userId="7ad266ba-0b3d-4d78-9c0c-3f8060328c5c" providerId="ADAL" clId="{3C1B581F-F628-44FF-A308-816DA856AC92}" dt="2026-06-11T23:34:10.444" v="212" actId="207"/>
        <pc:sldMkLst>
          <pc:docMk/>
          <pc:sldMk cId="4193785779" sldId="289"/>
        </pc:sldMkLst>
        <pc:spChg chg="mod">
          <ac:chgData name="Lucy Grande" userId="7ad266ba-0b3d-4d78-9c0c-3f8060328c5c" providerId="ADAL" clId="{3C1B581F-F628-44FF-A308-816DA856AC92}" dt="2026-06-11T23:34:10.444" v="212" actId="207"/>
          <ac:spMkLst>
            <pc:docMk/>
            <pc:sldMk cId="4193785779" sldId="289"/>
            <ac:spMk id="4" creationId="{3D06092A-C55D-CAC6-0E70-B132053D4C54}"/>
          </ac:spMkLst>
        </pc:spChg>
      </pc:sldChg>
      <pc:sldChg chg="modSp mod">
        <pc:chgData name="Lucy Grande" userId="7ad266ba-0b3d-4d78-9c0c-3f8060328c5c" providerId="ADAL" clId="{3C1B581F-F628-44FF-A308-816DA856AC92}" dt="2026-06-11T23:34:28.356" v="214" actId="207"/>
        <pc:sldMkLst>
          <pc:docMk/>
          <pc:sldMk cId="503123706" sldId="300"/>
        </pc:sldMkLst>
        <pc:spChg chg="mod">
          <ac:chgData name="Lucy Grande" userId="7ad266ba-0b3d-4d78-9c0c-3f8060328c5c" providerId="ADAL" clId="{3C1B581F-F628-44FF-A308-816DA856AC92}" dt="2026-06-11T23:34:28.356" v="214" actId="207"/>
          <ac:spMkLst>
            <pc:docMk/>
            <pc:sldMk cId="503123706" sldId="300"/>
            <ac:spMk id="4" creationId="{3D06092A-C55D-CAC6-0E70-B132053D4C54}"/>
          </ac:spMkLst>
        </pc:spChg>
      </pc:sldChg>
      <pc:sldChg chg="modSp mod">
        <pc:chgData name="Lucy Grande" userId="7ad266ba-0b3d-4d78-9c0c-3f8060328c5c" providerId="ADAL" clId="{3C1B581F-F628-44FF-A308-816DA856AC92}" dt="2026-06-11T23:35:00.853" v="216" actId="207"/>
        <pc:sldMkLst>
          <pc:docMk/>
          <pc:sldMk cId="2431945562" sldId="311"/>
        </pc:sldMkLst>
        <pc:spChg chg="mod">
          <ac:chgData name="Lucy Grande" userId="7ad266ba-0b3d-4d78-9c0c-3f8060328c5c" providerId="ADAL" clId="{3C1B581F-F628-44FF-A308-816DA856AC92}" dt="2026-06-11T23:35:00.853" v="216" actId="207"/>
          <ac:spMkLst>
            <pc:docMk/>
            <pc:sldMk cId="2431945562" sldId="311"/>
            <ac:spMk id="4" creationId="{3D06092A-C55D-CAC6-0E70-B132053D4C54}"/>
          </ac:spMkLst>
        </pc:spChg>
      </pc:sldChg>
      <pc:sldChg chg="modSp add mod">
        <pc:chgData name="Lucy Grande" userId="7ad266ba-0b3d-4d78-9c0c-3f8060328c5c" providerId="ADAL" clId="{3C1B581F-F628-44FF-A308-816DA856AC92}" dt="2026-06-11T23:26:04.047" v="30" actId="1076"/>
        <pc:sldMkLst>
          <pc:docMk/>
          <pc:sldMk cId="3556291035" sldId="324"/>
        </pc:sldMkLst>
        <pc:spChg chg="mod">
          <ac:chgData name="Lucy Grande" userId="7ad266ba-0b3d-4d78-9c0c-3f8060328c5c" providerId="ADAL" clId="{3C1B581F-F628-44FF-A308-816DA856AC92}" dt="2026-06-11T23:26:04.047" v="30" actId="1076"/>
          <ac:spMkLst>
            <pc:docMk/>
            <pc:sldMk cId="3556291035" sldId="324"/>
            <ac:spMk id="3" creationId="{3FEF00E0-14C9-2D5B-F547-63B702EF473C}"/>
          </ac:spMkLst>
        </pc:spChg>
      </pc:sldChg>
      <pc:sldChg chg="modSp add mod">
        <pc:chgData name="Lucy Grande" userId="7ad266ba-0b3d-4d78-9c0c-3f8060328c5c" providerId="ADAL" clId="{3C1B581F-F628-44FF-A308-816DA856AC92}" dt="2026-06-11T23:27:35.571" v="49" actId="1076"/>
        <pc:sldMkLst>
          <pc:docMk/>
          <pc:sldMk cId="3191138676" sldId="325"/>
        </pc:sldMkLst>
        <pc:spChg chg="mod">
          <ac:chgData name="Lucy Grande" userId="7ad266ba-0b3d-4d78-9c0c-3f8060328c5c" providerId="ADAL" clId="{3C1B581F-F628-44FF-A308-816DA856AC92}" dt="2026-06-11T23:27:35.571" v="49" actId="1076"/>
          <ac:spMkLst>
            <pc:docMk/>
            <pc:sldMk cId="3191138676" sldId="325"/>
            <ac:spMk id="2" creationId="{600A0F66-F48E-0411-7A6D-8073435ED801}"/>
          </ac:spMkLst>
        </pc:spChg>
      </pc:sldChg>
      <pc:sldChg chg="add del">
        <pc:chgData name="Lucy Grande" userId="7ad266ba-0b3d-4d78-9c0c-3f8060328c5c" providerId="ADAL" clId="{3C1B581F-F628-44FF-A308-816DA856AC92}" dt="2026-06-11T23:28:31.881" v="54" actId="2696"/>
        <pc:sldMkLst>
          <pc:docMk/>
          <pc:sldMk cId="1452499695" sldId="326"/>
        </pc:sldMkLst>
      </pc:sldChg>
      <pc:sldChg chg="modSp add mod">
        <pc:chgData name="Lucy Grande" userId="7ad266ba-0b3d-4d78-9c0c-3f8060328c5c" providerId="ADAL" clId="{3C1B581F-F628-44FF-A308-816DA856AC92}" dt="2026-06-11T23:29:45.718" v="98" actId="27636"/>
        <pc:sldMkLst>
          <pc:docMk/>
          <pc:sldMk cId="2397813082" sldId="326"/>
        </pc:sldMkLst>
        <pc:spChg chg="mod">
          <ac:chgData name="Lucy Grande" userId="7ad266ba-0b3d-4d78-9c0c-3f8060328c5c" providerId="ADAL" clId="{3C1B581F-F628-44FF-A308-816DA856AC92}" dt="2026-06-11T23:29:45.718" v="98" actId="27636"/>
          <ac:spMkLst>
            <pc:docMk/>
            <pc:sldMk cId="2397813082" sldId="326"/>
            <ac:spMk id="2" creationId="{8C57B164-86E7-21EB-8C43-5ED67B78A275}"/>
          </ac:spMkLst>
        </pc:spChg>
      </pc:sldChg>
      <pc:sldChg chg="modSp add mod">
        <pc:chgData name="Lucy Grande" userId="7ad266ba-0b3d-4d78-9c0c-3f8060328c5c" providerId="ADAL" clId="{3C1B581F-F628-44FF-A308-816DA856AC92}" dt="2026-06-11T23:30:30.950" v="106" actId="5793"/>
        <pc:sldMkLst>
          <pc:docMk/>
          <pc:sldMk cId="1663467895" sldId="327"/>
        </pc:sldMkLst>
        <pc:spChg chg="mod">
          <ac:chgData name="Lucy Grande" userId="7ad266ba-0b3d-4d78-9c0c-3f8060328c5c" providerId="ADAL" clId="{3C1B581F-F628-44FF-A308-816DA856AC92}" dt="2026-06-11T23:30:30.950" v="106" actId="5793"/>
          <ac:spMkLst>
            <pc:docMk/>
            <pc:sldMk cId="1663467895" sldId="327"/>
            <ac:spMk id="2" creationId="{99EB5F4C-00A3-2DAC-B0FA-F6BAEFF3C3E9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BB40A-CE9B-48C9-83B4-B3E8C7337EE1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7251E-BF06-4AE8-999E-149D094654F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7127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B932C61-3889-DDDB-9DF2-A6A8FBFBA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24B847E7-F8CE-18BC-9810-1C3EDB92E7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7994" y="1189182"/>
            <a:ext cx="4090987" cy="447963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Nombre del curso</a:t>
            </a:r>
            <a:endParaRPr lang="es-MX" dirty="0"/>
          </a:p>
        </p:txBody>
      </p:sp>
      <p:pic>
        <p:nvPicPr>
          <p:cNvPr id="2" name="Picture 3" descr="Concepto genético abstracto">
            <a:extLst>
              <a:ext uri="{FF2B5EF4-FFF2-40B4-BE49-F238E27FC236}">
                <a16:creationId xmlns:a16="http://schemas.microsoft.com/office/drawing/2014/main" id="{2281A40F-445B-DA07-EFBF-6A35E03238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0442" r="-1" b="10443"/>
          <a:stretch/>
        </p:blipFill>
        <p:spPr>
          <a:xfrm>
            <a:off x="5414358" y="818225"/>
            <a:ext cx="6408836" cy="5070299"/>
          </a:xfrm>
          <a:prstGeom prst="rect">
            <a:avLst/>
          </a:prstGeom>
        </p:spPr>
      </p:pic>
      <p:pic>
        <p:nvPicPr>
          <p:cNvPr id="3" name="Google Shape;3732;p425">
            <a:extLst>
              <a:ext uri="{FF2B5EF4-FFF2-40B4-BE49-F238E27FC236}">
                <a16:creationId xmlns:a16="http://schemas.microsoft.com/office/drawing/2014/main" id="{A11CA35A-CFD4-1B34-5A65-9782FB54D79A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8749934" y="5940728"/>
            <a:ext cx="2628161" cy="6902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731;p425">
            <a:extLst>
              <a:ext uri="{FF2B5EF4-FFF2-40B4-BE49-F238E27FC236}">
                <a16:creationId xmlns:a16="http://schemas.microsoft.com/office/drawing/2014/main" id="{D27A84D0-3D76-0272-97A3-228DB5CCEA82}"/>
              </a:ext>
            </a:extLst>
          </p:cNvPr>
          <p:cNvSpPr txBox="1">
            <a:spLocks/>
          </p:cNvSpPr>
          <p:nvPr userDrawn="1"/>
        </p:nvSpPr>
        <p:spPr>
          <a:xfrm>
            <a:off x="8145195" y="6285845"/>
            <a:ext cx="427446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3B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A3B1"/>
              </a:buClr>
              <a:buSzPts val="1620"/>
              <a:buFont typeface="Calibri"/>
              <a:buNone/>
              <a:defRPr sz="18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just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A3B1"/>
              </a:buClr>
              <a:buSzPts val="1280"/>
              <a:buFont typeface="Calibri"/>
              <a:buNone/>
              <a:defRPr sz="16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A3B1"/>
              </a:buClr>
              <a:buSzPts val="980"/>
              <a:buFont typeface="Calibri"/>
              <a:buNone/>
              <a:defRPr sz="14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A3B1"/>
              </a:buClr>
              <a:buSzPts val="840"/>
              <a:buFont typeface="Calibri"/>
              <a:buNone/>
              <a:defRPr sz="1400" b="0" i="0" u="none" strike="noStrike" cap="none">
                <a:solidFill>
                  <a:srgbClr val="002A5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98F00"/>
              </a:buClr>
              <a:buSzPts val="840"/>
              <a:buFont typeface="Noto Sans Symbols"/>
              <a:buNone/>
              <a:defRPr sz="14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98F00"/>
              </a:buClr>
              <a:buSzPts val="840"/>
              <a:buFont typeface="Noto Sans Symbols"/>
              <a:buNone/>
              <a:defRPr sz="14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98F00"/>
              </a:buClr>
              <a:buSzPts val="840"/>
              <a:buFont typeface="Noto Sans Symbols"/>
              <a:buNone/>
              <a:defRPr sz="14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just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98F00"/>
              </a:buClr>
              <a:buSzPts val="840"/>
              <a:buFont typeface="Noto Sans Symbols"/>
              <a:buNone/>
              <a:defRPr sz="14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  <a:buSzPts val="1710"/>
            </a:pPr>
            <a:r>
              <a:rPr lang="es-ES" sz="1600" dirty="0">
                <a:solidFill>
                  <a:schemeClr val="tx1"/>
                </a:solidFill>
                <a:latin typeface="Neue Haas Grotesk Text Pro" panose="020B0504020202020204" pitchFamily="34" charset="0"/>
              </a:rPr>
              <a:t>www.netec.com  |  servicio@netec.com</a:t>
            </a:r>
          </a:p>
        </p:txBody>
      </p:sp>
      <p:pic>
        <p:nvPicPr>
          <p:cNvPr id="6" name="Imagen 5" descr="Logotipo  Descripción generada automáticamente">
            <a:extLst>
              <a:ext uri="{FF2B5EF4-FFF2-40B4-BE49-F238E27FC236}">
                <a16:creationId xmlns:a16="http://schemas.microsoft.com/office/drawing/2014/main" id="{E0D681DE-E3CF-B69C-A7D1-234245CD758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6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piedad intelect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73F4238-2B0F-6AA4-92D1-060D2E8D11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46EFB9E-06D3-F6DB-3625-9D46405CB6D2}"/>
              </a:ext>
            </a:extLst>
          </p:cNvPr>
          <p:cNvSpPr txBox="1"/>
          <p:nvPr userDrawn="1"/>
        </p:nvSpPr>
        <p:spPr>
          <a:xfrm>
            <a:off x="5227778" y="2967477"/>
            <a:ext cx="6345385" cy="36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1800" dirty="0">
                <a:latin typeface="Neue Haas Grotesk Text Pro" panose="020B0504020202020204" pitchFamily="34" charset="0"/>
                <a:sym typeface="Arial"/>
              </a:rPr>
              <a:t>Material didáctico preparado por la empresa Global K, S.A. de C.V. Registrado en Derechos de Autor.</a:t>
            </a: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1800" dirty="0">
                <a:latin typeface="Neue Haas Grotesk Text Pro" panose="020B0504020202020204" pitchFamily="34" charset="0"/>
                <a:sym typeface="Arial"/>
              </a:rPr>
              <a:t>Todos los contenidos de este Sitio (incluyendo, pero no limitado a: texto, logotipos, contenido, fotografías, audio, botones, nombres comerciales y videos) están sujetos a derechos de propiedad por las leyes de Derechos de Autor de la empresa Global K, S.A. de C.V.</a:t>
            </a:r>
            <a:endParaRPr lang="es-ES" dirty="0">
              <a:latin typeface="Neue Haas Grotesk Text Pro" panose="020B0504020202020204" pitchFamily="34" charset="0"/>
            </a:endParaRPr>
          </a:p>
          <a:p>
            <a:pPr marL="3810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 sz="1800" dirty="0">
                <a:latin typeface="Neue Haas Grotesk Text Pro" panose="020B0504020202020204" pitchFamily="34" charset="0"/>
                <a:sym typeface="Arial"/>
              </a:rPr>
              <a:t>Queda prohibido copiar, reproducir, distribuir, publicar, transmitir, difundir, o en cualquier modo explotar cualquier parte de este documento sin la autorización previa por escrito de Global K, S.A. de C.V. o de los titulares correspondientes.</a:t>
            </a:r>
            <a:endParaRPr lang="es-ES" dirty="0">
              <a:latin typeface="Neue Haas Grotesk Text Pro" panose="020B0504020202020204" pitchFamily="34" charset="0"/>
            </a:endParaRPr>
          </a:p>
        </p:txBody>
      </p:sp>
      <p:pic>
        <p:nvPicPr>
          <p:cNvPr id="5" name="Graphic 7" descr="Contract">
            <a:extLst>
              <a:ext uri="{FF2B5EF4-FFF2-40B4-BE49-F238E27FC236}">
                <a16:creationId xmlns:a16="http://schemas.microsoft.com/office/drawing/2014/main" id="{44F3A4CA-41B1-74DD-C459-7B3425D28C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2" y="1283759"/>
            <a:ext cx="4217332" cy="421733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0E9089F-9E7E-C879-F575-706A21E407B4}"/>
              </a:ext>
            </a:extLst>
          </p:cNvPr>
          <p:cNvSpPr txBox="1">
            <a:spLocks/>
          </p:cNvSpPr>
          <p:nvPr userDrawn="1"/>
        </p:nvSpPr>
        <p:spPr>
          <a:xfrm>
            <a:off x="5296875" y="1076325"/>
            <a:ext cx="6272784" cy="15350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5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Propiedad intelectual</a:t>
            </a:r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0DE915B1-D76F-E6CD-633F-6C612F8264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7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ción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D7778CC-9A6D-F452-E723-EC31BC188B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6E2EA1A-6C9D-5BF7-6DEC-E5ADAAA2CC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9745" y="1542473"/>
            <a:ext cx="4969164" cy="4248727"/>
          </a:xfrm>
        </p:spPr>
        <p:txBody>
          <a:bodyPr>
            <a:normAutofit/>
          </a:bodyPr>
          <a:lstStyle>
            <a:lvl1pPr marL="0" indent="0" algn="just">
              <a:lnSpc>
                <a:spcPct val="100000"/>
              </a:lnSpc>
              <a:buNone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Añade la descripción del curso. Esta debe tener una extensión aproximada de dos párrafos donde se explique qué es lo que se revisará o realizará en todo el curso.  </a:t>
            </a:r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2AAE6C-9623-0044-71EB-2AA09CA04C9B}"/>
              </a:ext>
            </a:extLst>
          </p:cNvPr>
          <p:cNvSpPr txBox="1">
            <a:spLocks/>
          </p:cNvSpPr>
          <p:nvPr userDrawn="1"/>
        </p:nvSpPr>
        <p:spPr>
          <a:xfrm>
            <a:off x="838199" y="219657"/>
            <a:ext cx="5157216" cy="11650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Descripción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 del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curso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j-ea"/>
              <a:cs typeface="+mj-cs"/>
            </a:endParaRPr>
          </a:p>
        </p:txBody>
      </p:sp>
      <p:pic>
        <p:nvPicPr>
          <p:cNvPr id="3" name="Imagen 2" descr="Imagen que contiene foto, mujer, teléfono, hombre  Descripción generada automáticamente">
            <a:extLst>
              <a:ext uri="{FF2B5EF4-FFF2-40B4-BE49-F238E27FC236}">
                <a16:creationId xmlns:a16="http://schemas.microsoft.com/office/drawing/2014/main" id="{22CA65F7-167D-5047-528C-DF2F60A7A6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0" r="23192" b="2"/>
          <a:stretch/>
        </p:blipFill>
        <p:spPr>
          <a:xfrm>
            <a:off x="6520206" y="727374"/>
            <a:ext cx="4702799" cy="4820415"/>
          </a:xfrm>
          <a:prstGeom prst="rect">
            <a:avLst/>
          </a:prstGeom>
        </p:spPr>
      </p:pic>
      <p:pic>
        <p:nvPicPr>
          <p:cNvPr id="5" name="Imagen 4" descr="Logotipo  Descripción generada automáticamente">
            <a:extLst>
              <a:ext uri="{FF2B5EF4-FFF2-40B4-BE49-F238E27FC236}">
                <a16:creationId xmlns:a16="http://schemas.microsoft.com/office/drawing/2014/main" id="{DE05CDA7-CD2B-2A68-541B-14FEC02DB1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1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ivos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17C153C8-9B4E-A730-E386-C845C9C7A0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61674" y="1900238"/>
            <a:ext cx="8563552" cy="4481512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Añade los objetivos del curso.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B14F1C89-D655-6E41-D14D-41F8939F40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38" r="28184"/>
          <a:stretch/>
        </p:blipFill>
        <p:spPr>
          <a:xfrm>
            <a:off x="2" y="0"/>
            <a:ext cx="2375524" cy="68580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D4DD41EA-D564-6F0F-35C7-51BA4C8CE3A2}"/>
              </a:ext>
            </a:extLst>
          </p:cNvPr>
          <p:cNvSpPr txBox="1">
            <a:spLocks/>
          </p:cNvSpPr>
          <p:nvPr userDrawn="1"/>
        </p:nvSpPr>
        <p:spPr>
          <a:xfrm>
            <a:off x="2761674" y="253400"/>
            <a:ext cx="8563552" cy="1273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Objetivos del 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6B44DB6-B274-436A-A35D-FE7E23881263}"/>
              </a:ext>
            </a:extLst>
          </p:cNvPr>
          <p:cNvSpPr/>
          <p:nvPr userDrawn="1"/>
        </p:nvSpPr>
        <p:spPr>
          <a:xfrm>
            <a:off x="2375524" y="524523"/>
            <a:ext cx="128016" cy="704088"/>
          </a:xfrm>
          <a:prstGeom prst="rect">
            <a:avLst/>
          </a:prstGeom>
          <a:solidFill>
            <a:srgbClr val="F5A700"/>
          </a:solidFill>
          <a:ln w="12700" cap="flat" cmpd="sng" algn="ctr">
            <a:solidFill>
              <a:srgbClr val="F5A7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139651E0-D3AE-3867-3421-C34D5C7C45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9998" y="6032757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0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rrequisitos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7922FE6-99C7-E34E-B2B9-28BB9013A9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5086A078-004C-ECA4-6EE9-CE6B1AB937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140075"/>
            <a:ext cx="6207125" cy="2965450"/>
          </a:xfrm>
        </p:spPr>
        <p:txBody>
          <a:bodyPr>
            <a:normAutofit/>
          </a:bodyPr>
          <a:lstStyle>
            <a:lvl1pPr marL="457200" indent="-457200" algn="just">
              <a:lnSpc>
                <a:spcPct val="100000"/>
              </a:lnSpc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sz="2200" dirty="0">
                <a:latin typeface="Neue Haas Grotesk Text Pro" panose="020B0504020202020204" pitchFamily="34" charset="0"/>
              </a:rPr>
              <a:t>Agrega los prerrequisitos que debería tener el participante.</a:t>
            </a:r>
            <a:endParaRPr lang="es-MX" dirty="0"/>
          </a:p>
        </p:txBody>
      </p:sp>
      <p:pic>
        <p:nvPicPr>
          <p:cNvPr id="3" name="Imagen 2" descr="Icono  Descripción generada automáticamente">
            <a:extLst>
              <a:ext uri="{FF2B5EF4-FFF2-40B4-BE49-F238E27FC236}">
                <a16:creationId xmlns:a16="http://schemas.microsoft.com/office/drawing/2014/main" id="{E3B83881-09BC-F92D-8EDB-563C6CE461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3610"/>
          <a:stretch/>
        </p:blipFill>
        <p:spPr>
          <a:xfrm>
            <a:off x="9320548" y="0"/>
            <a:ext cx="2871452" cy="685799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908CB23-D4ED-471A-51DC-E0F600C7A4AB}"/>
              </a:ext>
            </a:extLst>
          </p:cNvPr>
          <p:cNvSpPr txBox="1">
            <a:spLocks/>
          </p:cNvSpPr>
          <p:nvPr userDrawn="1"/>
        </p:nvSpPr>
        <p:spPr>
          <a:xfrm>
            <a:off x="612649" y="1078992"/>
            <a:ext cx="6268771" cy="1536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5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Prerrequisitos</a:t>
            </a: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FAE712B3-CCD9-817A-1D71-7BBF17957E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5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diencia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4C2693-8020-F06C-7E27-3D2DBE8B14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CF077DD-4F41-C697-3C47-512C005B4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888" y="2262188"/>
            <a:ext cx="5800725" cy="3705225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Añade el público objetivo al que está destinado este curso. </a:t>
            </a:r>
            <a:endParaRPr lang="es-MX" dirty="0"/>
          </a:p>
        </p:txBody>
      </p:sp>
      <p:pic>
        <p:nvPicPr>
          <p:cNvPr id="2" name="Picture 2" descr="Beneficios de la segmentación de audiencias">
            <a:extLst>
              <a:ext uri="{FF2B5EF4-FFF2-40B4-BE49-F238E27FC236}">
                <a16:creationId xmlns:a16="http://schemas.microsoft.com/office/drawing/2014/main" id="{3A63AE4A-9B9A-6BB3-4183-5BEED2D365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94117" y="1847601"/>
            <a:ext cx="4097657" cy="316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7E52E9EA-FED4-1CBD-5625-8F9E97FE4907}"/>
              </a:ext>
            </a:extLst>
          </p:cNvPr>
          <p:cNvSpPr txBox="1">
            <a:spLocks/>
          </p:cNvSpPr>
          <p:nvPr userDrawn="1"/>
        </p:nvSpPr>
        <p:spPr>
          <a:xfrm>
            <a:off x="841247" y="978619"/>
            <a:ext cx="5991244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Audiencia</a:t>
            </a: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ED2B1753-4CB3-13E8-ED8B-03FDF2D3D7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rio del 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8D74D7-DC6B-4511-6563-DF357ED318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4636AC6-BFFB-0B57-D60B-1B500B4F99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5675" y="2235200"/>
            <a:ext cx="10280650" cy="3833813"/>
          </a:xfrm>
        </p:spPr>
        <p:txBody>
          <a:bodyPr numCol="2">
            <a:normAutofit/>
          </a:bodyPr>
          <a:lstStyle>
            <a:lvl1pPr>
              <a:lnSpc>
                <a:spcPct val="100000"/>
              </a:lnSpc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Capítulo 1: </a:t>
            </a:r>
          </a:p>
          <a:p>
            <a:pPr lvl="0"/>
            <a:r>
              <a:rPr lang="es-ES" dirty="0"/>
              <a:t>Capítulo 2:</a:t>
            </a:r>
          </a:p>
          <a:p>
            <a:pPr lvl="0"/>
            <a:r>
              <a:rPr lang="es-ES" dirty="0"/>
              <a:t>Capítulo 3:</a:t>
            </a:r>
          </a:p>
          <a:p>
            <a:pPr lvl="0"/>
            <a:r>
              <a:rPr lang="es-ES" dirty="0"/>
              <a:t>Capítulo 4: </a:t>
            </a:r>
          </a:p>
          <a:p>
            <a:pPr lvl="0"/>
            <a:r>
              <a:rPr lang="es-ES" dirty="0"/>
              <a:t>Capítulo 5: </a:t>
            </a:r>
            <a:endParaRPr lang="es-MX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BFDC575-CD46-A870-DDA8-2B096E4EFF60}"/>
              </a:ext>
            </a:extLst>
          </p:cNvPr>
          <p:cNvSpPr txBox="1">
            <a:spLocks/>
          </p:cNvSpPr>
          <p:nvPr userDrawn="1"/>
        </p:nvSpPr>
        <p:spPr>
          <a:xfrm>
            <a:off x="838200" y="253400"/>
            <a:ext cx="10515600" cy="1273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Temario</a:t>
            </a: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313A0C2E-B658-8247-0800-5F51CDF1F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ón del gru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17F620-D272-8EC4-1A50-2732E28457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22E4E1C-4D70-6882-B0B1-1B423F826F04}"/>
              </a:ext>
            </a:extLst>
          </p:cNvPr>
          <p:cNvSpPr txBox="1">
            <a:spLocks/>
          </p:cNvSpPr>
          <p:nvPr userDrawn="1"/>
        </p:nvSpPr>
        <p:spPr>
          <a:xfrm>
            <a:off x="396621" y="2308888"/>
            <a:ext cx="5065776" cy="3683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589" indent="-228589" algn="l" defTabSz="914354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r>
              <a:rPr kumimoji="0" lang="es-MX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Calibri" panose="020F0502020204030204" pitchFamily="34" charset="0"/>
              </a:rPr>
              <a:t>¿Cuál es tu nombre?</a:t>
            </a: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n-ea"/>
              <a:cs typeface="Calibri" panose="020F0502020204030204" pitchFamily="34" charset="0"/>
            </a:endParaRP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r>
              <a:rPr kumimoji="0" lang="es-MX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Calibri" panose="020F0502020204030204" pitchFamily="34" charset="0"/>
              </a:rPr>
              <a:t>¿Cuál es tu experiencia en desarrollo?</a:t>
            </a: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n-ea"/>
              <a:cs typeface="Calibri" panose="020F0502020204030204" pitchFamily="34" charset="0"/>
            </a:endParaRP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r>
              <a:rPr kumimoji="0" lang="es-MX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Calibri" panose="020F0502020204030204" pitchFamily="34" charset="0"/>
              </a:rPr>
              <a:t>¿Qué tecnología/idea/software te ha impresionado?</a:t>
            </a: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n-ea"/>
              <a:cs typeface="Calibri" panose="020F0502020204030204" pitchFamily="34" charset="0"/>
            </a:endParaRPr>
          </a:p>
          <a:p>
            <a:pPr marL="12700" marR="0" lvl="0" indent="0" algn="l" defTabSz="914354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ts val="3400"/>
              <a:buFont typeface="Arial" panose="020B0604020202020204" pitchFamily="34" charset="0"/>
              <a:buNone/>
              <a:tabLst/>
              <a:defRPr/>
            </a:pPr>
            <a:r>
              <a:rPr kumimoji="0" lang="es-MX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Calibri" panose="020F0502020204030204" pitchFamily="34" charset="0"/>
              </a:rPr>
              <a:t>¿Cuáles son tus expectativas respecto al curso?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16B40B8-EAC4-BC3B-FC17-D9068F4B53EF}"/>
              </a:ext>
            </a:extLst>
          </p:cNvPr>
          <p:cNvSpPr txBox="1">
            <a:spLocks/>
          </p:cNvSpPr>
          <p:nvPr userDrawn="1"/>
        </p:nvSpPr>
        <p:spPr>
          <a:xfrm>
            <a:off x="374904" y="856488"/>
            <a:ext cx="4992624" cy="1243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Presentación del grupo</a:t>
            </a:r>
          </a:p>
        </p:txBody>
      </p:sp>
      <p:pic>
        <p:nvPicPr>
          <p:cNvPr id="4" name="Imagen 3" descr="Logotipo  Descripción generada automáticamente">
            <a:extLst>
              <a:ext uri="{FF2B5EF4-FFF2-40B4-BE49-F238E27FC236}">
                <a16:creationId xmlns:a16="http://schemas.microsoft.com/office/drawing/2014/main" id="{DFE0DCB7-9B85-8CAE-171B-B735036770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4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el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36F709-6D42-2AB3-A55A-547EF14CDE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E3B0CEC-3EC2-466F-B9D0-35E6BEA5A4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381" y="1011237"/>
            <a:ext cx="5278520" cy="169501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spcBef>
                <a:spcPts val="0"/>
              </a:spcBef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Agrega los objetivos del capítulo.</a:t>
            </a:r>
            <a:endParaRPr lang="es-MX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0460212-C088-1977-BF07-9282BB04F50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073" y="1124712"/>
            <a:ext cx="5375548" cy="3172968"/>
          </a:xfrm>
        </p:spPr>
        <p:txBody>
          <a:bodyPr anchor="b">
            <a:normAutofit/>
          </a:bodyPr>
          <a:lstStyle>
            <a:lvl1pPr>
              <a:defRPr sz="8000" b="1">
                <a:latin typeface="Neue Haas Grotesk Text Pro" panose="020B0504020202020204" pitchFamily="34" charset="0"/>
              </a:defRPr>
            </a:lvl1pPr>
          </a:lstStyle>
          <a:p>
            <a:r>
              <a:rPr lang="es-MX" dirty="0"/>
              <a:t>Capítulo X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3944E3D-34F4-A8B2-98A0-10FF868423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4689287"/>
            <a:ext cx="11025187" cy="1487487"/>
          </a:xfrm>
        </p:spPr>
        <p:txBody>
          <a:bodyPr/>
          <a:lstStyle>
            <a:lvl1pPr marL="0" indent="0">
              <a:buNone/>
              <a:defRPr>
                <a:solidFill>
                  <a:srgbClr val="FF0000"/>
                </a:solidFill>
                <a:latin typeface="Neue Haas Grotesk Text Pro" panose="020B05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>
                <a:solidFill>
                  <a:srgbClr val="FF0000"/>
                </a:solidFill>
              </a:rPr>
              <a:t>Nombre del capítulo</a:t>
            </a:r>
          </a:p>
          <a:p>
            <a:pPr lvl="0"/>
            <a:endParaRPr lang="es-MX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57904DA-3ED9-BE5D-BEA9-B00F98D39943}"/>
              </a:ext>
            </a:extLst>
          </p:cNvPr>
          <p:cNvSpPr txBox="1">
            <a:spLocks/>
          </p:cNvSpPr>
          <p:nvPr userDrawn="1"/>
        </p:nvSpPr>
        <p:spPr>
          <a:xfrm>
            <a:off x="6527696" y="592199"/>
            <a:ext cx="4991206" cy="4190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Objetivos:</a:t>
            </a:r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785FE963-B3B0-64B8-F780-372C2FCFB8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89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bre del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35E95CA-469B-63B8-3F05-DEE432E52D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4C1E0DC-03D1-89CD-B659-66117471D8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385011"/>
            <a:ext cx="10491788" cy="22940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 b="1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1.1 Tema</a:t>
            </a:r>
            <a:endParaRPr lang="es-MX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EB295F28-7EDC-7525-8A27-5A0F229A3E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1850" y="3064044"/>
            <a:ext cx="10491788" cy="3408945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Introducción.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FC3081BC-FAC1-42D6-B82F-337C532CD0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30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bre del te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67869D9-E96C-830B-2626-E479EB2A6A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CC96C441-B8FD-82D5-6310-FB196C4454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0508" y="4959026"/>
            <a:ext cx="10402455" cy="823371"/>
          </a:xfrm>
        </p:spPr>
        <p:txBody>
          <a:bodyPr>
            <a:normAutofit/>
          </a:bodyPr>
          <a:lstStyle>
            <a:lvl1pPr>
              <a:defRPr sz="2000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Subtema</a:t>
            </a:r>
            <a:endParaRPr lang="es-MX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85D421B-148B-2DBF-8C10-192072E8CD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1301751"/>
            <a:ext cx="10402887" cy="3405044"/>
          </a:xfrm>
        </p:spPr>
        <p:txBody>
          <a:bodyPr anchor="b">
            <a:normAutofit/>
          </a:bodyPr>
          <a:lstStyle>
            <a:lvl1pPr marL="0" indent="0">
              <a:buNone/>
              <a:defRPr sz="6600" b="1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Nombre del capítulo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B734F273-1425-D9CE-97CB-526B08A71A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79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B34D6795-A805-C1D4-F881-A75B81A48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A5F9C9-46BA-C8FA-4718-A1055FC4A6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5163" y="1330325"/>
            <a:ext cx="10936287" cy="4745038"/>
          </a:xfrm>
        </p:spPr>
        <p:txBody>
          <a:bodyPr anchor="ctr"/>
          <a:lstStyle>
            <a:lvl1pPr algn="just">
              <a:lnSpc>
                <a:spcPct val="100000"/>
              </a:lnSpc>
              <a:spcBef>
                <a:spcPts val="1000"/>
              </a:spcBef>
              <a:defRPr sz="2200">
                <a:latin typeface="Neue Haas Grotesk Text Pro" panose="020B0504020202020204" pitchFamily="34" charset="0"/>
              </a:defRPr>
            </a:lvl1pPr>
            <a:lvl2pPr algn="just">
              <a:lnSpc>
                <a:spcPct val="100000"/>
              </a:lnSpc>
              <a:spcBef>
                <a:spcPts val="1000"/>
              </a:spcBef>
              <a:defRPr sz="2000">
                <a:latin typeface="Neue Haas Grotesk Text Pro" panose="020B0504020202020204" pitchFamily="34" charset="0"/>
              </a:defRPr>
            </a:lvl2pPr>
            <a:lvl3pPr algn="just">
              <a:lnSpc>
                <a:spcPct val="100000"/>
              </a:lnSpc>
              <a:spcBef>
                <a:spcPts val="1000"/>
              </a:spcBef>
              <a:defRPr sz="1800">
                <a:latin typeface="Neue Haas Grotesk Text Pro" panose="020B0504020202020204" pitchFamily="34" charset="0"/>
              </a:defRPr>
            </a:lvl3pPr>
            <a:lvl4pPr algn="just">
              <a:lnSpc>
                <a:spcPct val="100000"/>
              </a:lnSpc>
              <a:spcBef>
                <a:spcPts val="1000"/>
              </a:spcBef>
              <a:defRPr sz="1600">
                <a:latin typeface="Neue Haas Grotesk Text Pro" panose="020B0504020202020204" pitchFamily="34" charset="0"/>
              </a:defRPr>
            </a:lvl4pPr>
            <a:lvl5pPr algn="just">
              <a:lnSpc>
                <a:spcPct val="100000"/>
              </a:lnSpc>
              <a:spcBef>
                <a:spcPts val="1000"/>
              </a:spcBef>
              <a:defRPr sz="1600">
                <a:latin typeface="Neue Haas Grotesk Text Pro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9783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967853A7-DA8A-0774-6C4E-AE451CFB09D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5018" y="1336675"/>
            <a:ext cx="5430837" cy="378027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Añade alguna imagen. 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112C5C-0242-3EE4-5502-24593C6F21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163" y="5283200"/>
            <a:ext cx="5430837" cy="7508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Descripción de la imagen.</a:t>
            </a:r>
          </a:p>
        </p:txBody>
      </p:sp>
      <p:sp>
        <p:nvSpPr>
          <p:cNvPr id="4" name="Marcador de contenido 10">
            <a:extLst>
              <a:ext uri="{FF2B5EF4-FFF2-40B4-BE49-F238E27FC236}">
                <a16:creationId xmlns:a16="http://schemas.microsoft.com/office/drawing/2014/main" id="{C18B7601-1E54-14AA-3974-EFDDD30012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4509" y="1336674"/>
            <a:ext cx="5430837" cy="469741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Desarrollo del contenido. 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972BDC34-E6F9-B714-8886-CE5BBCA4E9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42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967853A7-DA8A-0774-6C4E-AE451CFB09D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5018" y="1336674"/>
            <a:ext cx="5430837" cy="469741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Elemento 1.</a:t>
            </a:r>
            <a:endParaRPr lang="es-MX" dirty="0"/>
          </a:p>
        </p:txBody>
      </p:sp>
      <p:sp>
        <p:nvSpPr>
          <p:cNvPr id="4" name="Marcador de contenido 10">
            <a:extLst>
              <a:ext uri="{FF2B5EF4-FFF2-40B4-BE49-F238E27FC236}">
                <a16:creationId xmlns:a16="http://schemas.microsoft.com/office/drawing/2014/main" id="{C18B7601-1E54-14AA-3974-EFDDD30012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4509" y="1336674"/>
            <a:ext cx="5430837" cy="469741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Elemento 2. 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B8C21032-0FE9-89DA-A95A-054F7CBDFF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42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6C06F88-65F0-AE7A-9525-A9D1DF54F5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EE843102-EF3C-7BE9-2F7F-BFD769247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8909" y="743815"/>
            <a:ext cx="4128655" cy="1325563"/>
          </a:xfrm>
        </p:spPr>
        <p:txBody>
          <a:bodyPr>
            <a:noAutofit/>
          </a:bodyPr>
          <a:lstStyle>
            <a:lvl1pPr algn="ctr">
              <a:defRPr sz="32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MX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115FDD4E-2825-6A4C-85B7-63CA487700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9235" y="744538"/>
            <a:ext cx="6364577" cy="1325562"/>
          </a:xfrm>
        </p:spPr>
        <p:txBody>
          <a:bodyPr anchor="ctr">
            <a:normAutofit/>
          </a:bodyPr>
          <a:lstStyle>
            <a:lvl1pPr>
              <a:defRPr sz="20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Desarrollo del contenido.</a:t>
            </a:r>
            <a:endParaRPr lang="es-MX" dirty="0"/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B8C8D6EF-E8B3-1D56-3500-1453C475B9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8188" y="2586182"/>
            <a:ext cx="10715626" cy="3814618"/>
          </a:xfrm>
        </p:spPr>
        <p:txBody>
          <a:bodyPr/>
          <a:lstStyle/>
          <a:p>
            <a:endParaRPr lang="es-MX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7594083D-B191-3174-BA64-1887B10D62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04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6C1CD1C-C16A-9DA8-34BA-EC057A275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7BD668-3802-FCB6-F8BA-67B974A009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1926" y="226585"/>
            <a:ext cx="8377383" cy="1325563"/>
          </a:xfrm>
        </p:spPr>
        <p:txBody>
          <a:bodyPr/>
          <a:lstStyle>
            <a:lvl1pPr algn="ctr">
              <a:defRPr sz="40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MX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61B4BC75-66D0-C1AD-34E3-0A35348985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0362" y="1974492"/>
            <a:ext cx="11471276" cy="4461164"/>
          </a:xfrm>
        </p:spPr>
        <p:txBody>
          <a:bodyPr>
            <a:normAutofit/>
          </a:bodyPr>
          <a:lstStyle>
            <a:lvl1pPr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endParaRPr lang="es-MX" dirty="0"/>
          </a:p>
        </p:txBody>
      </p:sp>
      <p:pic>
        <p:nvPicPr>
          <p:cNvPr id="3" name="Imagen 2" descr="Logotipo  Descripción generada automáticamente">
            <a:extLst>
              <a:ext uri="{FF2B5EF4-FFF2-40B4-BE49-F238E27FC236}">
                <a16:creationId xmlns:a16="http://schemas.microsoft.com/office/drawing/2014/main" id="{E4CC604E-EA85-088A-A31A-5F9D416E4A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51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D1C16D9-45B3-86C1-E802-DA61E48D32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3865D959-102A-D7CB-DEAD-A8B0823CE0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18" y="937780"/>
            <a:ext cx="3410527" cy="1325563"/>
          </a:xfrm>
        </p:spPr>
        <p:txBody>
          <a:bodyPr anchor="b">
            <a:normAutofit/>
          </a:bodyPr>
          <a:lstStyle>
            <a:lvl1pPr algn="ctr">
              <a:defRPr sz="28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MX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8B1FE03-28CB-BA4D-652C-749C409982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5186" y="2641600"/>
            <a:ext cx="3410527" cy="3113088"/>
          </a:xfrm>
        </p:spPr>
        <p:txBody>
          <a:bodyPr>
            <a:normAutofit/>
          </a:bodyPr>
          <a:lstStyle>
            <a:lvl1pPr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Descripción.</a:t>
            </a:r>
            <a:endParaRPr lang="es-MX" dirty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3F659022-E318-185A-37DA-0399996B68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1309" y="512763"/>
            <a:ext cx="7104929" cy="5832476"/>
          </a:xfrm>
        </p:spPr>
        <p:txBody>
          <a:bodyPr>
            <a:normAutofit/>
          </a:bodyPr>
          <a:lstStyle>
            <a:lvl1pPr>
              <a:defRPr sz="1800">
                <a:latin typeface="Neue Haas Grotesk Text Pro" panose="020B0504020202020204" pitchFamily="34" charset="0"/>
              </a:defRPr>
            </a:lvl1pPr>
          </a:lstStyle>
          <a:p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3574E2CB-3272-B081-2367-390212BDF5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8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A5CB286-3431-FB5F-AAD6-28722B9728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9894" y="406112"/>
            <a:ext cx="11352212" cy="5708361"/>
          </a:xfrm>
        </p:spPr>
        <p:txBody>
          <a:bodyPr anchor="ctr"/>
          <a:lstStyle>
            <a:lvl1pPr>
              <a:defRPr>
                <a:latin typeface="Neue Haas Grotesk Text Pro" panose="020B0504020202020204" pitchFamily="34" charset="0"/>
              </a:defRPr>
            </a:lvl1pPr>
            <a:lvl2pPr>
              <a:defRPr>
                <a:latin typeface="Neue Haas Grotesk Text Pro" panose="020B0504020202020204" pitchFamily="34" charset="0"/>
              </a:defRPr>
            </a:lvl2pPr>
            <a:lvl3pPr>
              <a:defRPr>
                <a:latin typeface="Neue Haas Grotesk Text Pro" panose="020B0504020202020204" pitchFamily="34" charset="0"/>
              </a:defRPr>
            </a:lvl3pPr>
            <a:lvl4pPr>
              <a:defRPr>
                <a:latin typeface="Neue Haas Grotesk Text Pro" panose="020B0504020202020204" pitchFamily="34" charset="0"/>
              </a:defRPr>
            </a:lvl4pPr>
            <a:lvl5pPr>
              <a:defRPr>
                <a:latin typeface="Neue Haas Grotesk Text Pro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712942FF-FDAC-C7EF-4FDC-74A35DD48E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91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Código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6CDCD6-E803-F3A1-26D9-9D5EA8C95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018" y="1330325"/>
            <a:ext cx="10935855" cy="4968875"/>
          </a:xfrm>
          <a:solidFill>
            <a:schemeClr val="bg2">
              <a:lumMod val="25000"/>
            </a:schemeClr>
          </a:solidFill>
        </p:spPr>
        <p:txBody>
          <a:bodyPr/>
          <a:lstStyle>
            <a:lvl1pPr marL="0" indent="0">
              <a:spcBef>
                <a:spcPts val="0"/>
              </a:spcBef>
              <a:buNone/>
              <a:defRPr sz="150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desarrollar.</a:t>
            </a:r>
            <a:endParaRPr lang="es-MX" dirty="0"/>
          </a:p>
          <a:p>
            <a:pPr lvl="0"/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211F67DE-E80A-D95C-CA83-104EDFB657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21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Código 50, Descripción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6CDCD6-E803-F3A1-26D9-9D5EA8C95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019" y="1330325"/>
            <a:ext cx="5329381" cy="4968875"/>
          </a:xfrm>
          <a:solidFill>
            <a:schemeClr val="bg2">
              <a:lumMod val="25000"/>
            </a:schemeClr>
          </a:solidFill>
        </p:spPr>
        <p:txBody>
          <a:bodyPr/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desarrollar.</a:t>
            </a:r>
            <a:endParaRPr lang="es-MX" dirty="0"/>
          </a:p>
          <a:p>
            <a:pPr lvl="0"/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273B15-2361-C071-CA3D-7F74E9D000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7602" y="1330325"/>
            <a:ext cx="5403848" cy="4959350"/>
          </a:xfrm>
        </p:spPr>
        <p:txBody>
          <a:bodyPr>
            <a:normAutofit/>
          </a:bodyPr>
          <a:lstStyle>
            <a:lvl1pPr algn="just"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Explicación del código.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6B306FCC-469E-9D59-C3BC-E9C06339C9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13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 - Código 50, Descripción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6CDCD6-E803-F3A1-26D9-9D5EA8C95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019" y="3352800"/>
            <a:ext cx="10935854" cy="2681829"/>
          </a:xfrm>
          <a:solidFill>
            <a:schemeClr val="bg2">
              <a:lumMod val="25000"/>
            </a:schemeClr>
          </a:solidFill>
        </p:spPr>
        <p:txBody>
          <a:bodyPr/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desarrollar.</a:t>
            </a:r>
            <a:endParaRPr lang="es-MX" dirty="0"/>
          </a:p>
          <a:p>
            <a:pPr lvl="0"/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273B15-2361-C071-CA3D-7F74E9D000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018" y="1330325"/>
            <a:ext cx="10936432" cy="1902402"/>
          </a:xfrm>
        </p:spPr>
        <p:txBody>
          <a:bodyPr>
            <a:normAutofit/>
          </a:bodyPr>
          <a:lstStyle>
            <a:lvl1pPr algn="just"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Explicación del código.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4000E51A-C8FC-DD95-A717-7365BA1D36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0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2 códigos vertic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201A-36CB-24EB-DD21-80CDB050B9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8C81E99-642F-5FBE-629E-F7D54AF57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5018" y="0"/>
            <a:ext cx="10935855" cy="1200150"/>
          </a:xfrm>
        </p:spPr>
        <p:txBody>
          <a:bodyPr anchor="ctr">
            <a:normAutofit/>
          </a:bodyPr>
          <a:lstStyle>
            <a:lvl1pPr marL="0" indent="0">
              <a:buNone/>
              <a:defRPr sz="4000" b="1">
                <a:latin typeface="Neue Haas Grotesk Text Pro" panose="020B05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Desarrollo del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6CDCD6-E803-F3A1-26D9-9D5EA8C95B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5019" y="1330325"/>
            <a:ext cx="5329381" cy="4968875"/>
          </a:xfrm>
          <a:solidFill>
            <a:schemeClr val="bg2">
              <a:lumMod val="25000"/>
            </a:schemeClr>
          </a:solidFill>
        </p:spPr>
        <p:txBody>
          <a:bodyPr/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desarrollar.</a:t>
            </a:r>
            <a:endParaRPr lang="es-MX" dirty="0"/>
          </a:p>
          <a:p>
            <a:pPr lvl="0"/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273B15-2361-C071-CA3D-7F74E9D000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7602" y="1330325"/>
            <a:ext cx="5403848" cy="4959350"/>
          </a:xfrm>
          <a:solidFill>
            <a:schemeClr val="bg2">
              <a:lumMod val="25000"/>
            </a:schemeClr>
          </a:solidFill>
        </p:spPr>
        <p:txBody>
          <a:bodyPr>
            <a:normAutofit/>
          </a:bodyPr>
          <a:lstStyle>
            <a:lvl1pPr marL="0" indent="0" algn="just">
              <a:buNone/>
              <a:defRPr sz="1500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 dirty="0"/>
              <a:t>Código a desarrollar 2.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AD9E731A-B5C7-DA7F-E7A4-89ECC5C2FE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28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del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AF26665-7236-F457-1EFC-B6D40C380F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7BA0A78-DB22-A553-A831-8462D02416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914" y="2005013"/>
            <a:ext cx="7555777" cy="3573751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Menciona los puntos más importantes del capítulo.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3CA9C043-D7EB-B9D3-05B9-26657C4486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49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ción de la práctica.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0B8A5BB-5EF1-06E3-D224-3E059858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EB56A766-4346-86FA-5145-285B53F084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2239530"/>
          </a:xfrm>
        </p:spPr>
        <p:txBody>
          <a:bodyPr anchor="ctr">
            <a:normAutofit/>
          </a:bodyPr>
          <a:lstStyle>
            <a:lvl1pPr algn="ctr">
              <a:defRPr sz="50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Nombre de la actividad</a:t>
            </a:r>
            <a:endParaRPr lang="es-MX" dirty="0"/>
          </a:p>
        </p:txBody>
      </p:sp>
      <p:sp>
        <p:nvSpPr>
          <p:cNvPr id="9" name="Título 7">
            <a:extLst>
              <a:ext uri="{FF2B5EF4-FFF2-40B4-BE49-F238E27FC236}">
                <a16:creationId xmlns:a16="http://schemas.microsoft.com/office/drawing/2014/main" id="{BD06F343-63E7-130D-E237-A44234650F2C}"/>
              </a:ext>
            </a:extLst>
          </p:cNvPr>
          <p:cNvSpPr txBox="1">
            <a:spLocks/>
          </p:cNvSpPr>
          <p:nvPr userDrawn="1"/>
        </p:nvSpPr>
        <p:spPr>
          <a:xfrm>
            <a:off x="838200" y="4555836"/>
            <a:ext cx="5165436" cy="35098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kern="1200">
                <a:solidFill>
                  <a:schemeClr val="tx1"/>
                </a:solidFill>
                <a:latin typeface="Neue Haas Grotesk Text Pro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s-ES" sz="2000" dirty="0"/>
              <a:t>Planteamiento e instrucciones:</a:t>
            </a:r>
            <a:endParaRPr lang="es-MX" sz="2000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78AEA29C-3394-63F1-2B66-9420617481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2513" y="3768725"/>
            <a:ext cx="10067925" cy="711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Al finalizar la actividad, serás capaz de…</a:t>
            </a:r>
            <a:endParaRPr lang="es-MX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809D317E-10FA-29C3-5090-466B77A026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2513" y="4906963"/>
            <a:ext cx="10067925" cy="736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Descripción. </a:t>
            </a:r>
            <a:endParaRPr lang="es-MX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3F3B191-C011-3163-4894-14E2BA0E8E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59788" y="6243638"/>
            <a:ext cx="2894012" cy="249237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XX minutos.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AAB42259-F007-1D6B-06A7-FD73C5BFCE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043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ción de la práctica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56CCCCB-85F0-F19A-347E-086E1E7AA2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09B7EF8E-7A9A-A124-2390-510D57955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="1">
                <a:latin typeface="Neue Haas Grotesk Text Pro" panose="020B0504020202020204" pitchFamily="34" charset="0"/>
              </a:defRPr>
            </a:lvl1pPr>
          </a:lstStyle>
          <a:p>
            <a:r>
              <a:rPr lang="es-ES" dirty="0"/>
              <a:t>Solución o producto final</a:t>
            </a:r>
            <a:endParaRPr lang="es-MX" dirty="0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8444EFBA-1052-7138-D85C-FF17C14A6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1025" y="1860550"/>
            <a:ext cx="10515600" cy="4470400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Imagen o descripción del posible resultado. </a:t>
            </a:r>
            <a:endParaRPr lang="es-MX" dirty="0"/>
          </a:p>
        </p:txBody>
      </p:sp>
      <p:pic>
        <p:nvPicPr>
          <p:cNvPr id="2" name="Imagen 1" descr="Logotipo  Descripción generada automáticamente">
            <a:extLst>
              <a:ext uri="{FF2B5EF4-FFF2-40B4-BE49-F238E27FC236}">
                <a16:creationId xmlns:a16="http://schemas.microsoft.com/office/drawing/2014/main" id="{738A6198-0AB5-6DCC-8B3F-56F1BF9102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08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ias bibligráficas del capítulo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B76BACD-1A09-1B60-ECEA-64F25198E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D4564F84-5248-1FCD-87B0-A74C17DAB80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1093" y="2803526"/>
            <a:ext cx="7920000" cy="3421783"/>
          </a:xfrm>
        </p:spPr>
        <p:txBody>
          <a:bodyPr>
            <a:normAutofit/>
          </a:bodyPr>
          <a:lstStyle>
            <a:lvl1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es-ES" dirty="0"/>
              <a:t>Agrega las referencias bibliográficas. </a:t>
            </a:r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10C9ED-8DE0-6769-9EC4-C93E3A505405}"/>
              </a:ext>
            </a:extLst>
          </p:cNvPr>
          <p:cNvSpPr txBox="1">
            <a:spLocks/>
          </p:cNvSpPr>
          <p:nvPr userDrawn="1"/>
        </p:nvSpPr>
        <p:spPr>
          <a:xfrm>
            <a:off x="371094" y="1161288"/>
            <a:ext cx="5614986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Referencias </a:t>
            </a: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Bibliográficas</a:t>
            </a:r>
          </a:p>
        </p:txBody>
      </p:sp>
      <p:pic>
        <p:nvPicPr>
          <p:cNvPr id="3" name="Imagen 2" descr="Logotipo  Descripción generada automáticamente">
            <a:extLst>
              <a:ext uri="{FF2B5EF4-FFF2-40B4-BE49-F238E27FC236}">
                <a16:creationId xmlns:a16="http://schemas.microsoft.com/office/drawing/2014/main" id="{1A3F5331-367C-A1DC-1EB9-E10F1C5F61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84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de la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DFD1E34-0C59-A316-3007-ECEE95D094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4A1A952-6813-47AA-1616-93A01C74714E}"/>
              </a:ext>
            </a:extLst>
          </p:cNvPr>
          <p:cNvSpPr txBox="1">
            <a:spLocks/>
          </p:cNvSpPr>
          <p:nvPr userDrawn="1"/>
        </p:nvSpPr>
        <p:spPr>
          <a:xfrm>
            <a:off x="477981" y="1122365"/>
            <a:ext cx="4023360" cy="3204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j-ea"/>
                <a:cs typeface="+mj-cs"/>
              </a:rPr>
              <a:t>¡Gracias!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7423252-C8B0-BB7F-04EA-246D1EC26886}"/>
              </a:ext>
            </a:extLst>
          </p:cNvPr>
          <p:cNvSpPr txBox="1">
            <a:spLocks/>
          </p:cNvSpPr>
          <p:nvPr userDrawn="1"/>
        </p:nvSpPr>
        <p:spPr>
          <a:xfrm>
            <a:off x="477981" y="4872924"/>
            <a:ext cx="3933307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¿Dudas o comentarios?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Imagen 4" descr="Logotipo  Descripción generada automáticamente">
            <a:extLst>
              <a:ext uri="{FF2B5EF4-FFF2-40B4-BE49-F238E27FC236}">
                <a16:creationId xmlns:a16="http://schemas.microsoft.com/office/drawing/2014/main" id="{5E80EFE5-1D03-AC1E-7D24-82EF4CFA31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5733"/>
            <a:ext cx="2052000" cy="8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DA21781-5956-FA70-8BB6-147CA426D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F48C99-5AC6-5B89-1D0E-6AB55A0D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690106-7A9D-AF11-F4EC-2927EF48C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A13B3-F6D6-4EF6-9923-5AF97420701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9D93E7-82E4-7813-55EB-EB534C274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13BBBF-7EA4-BDDE-AC66-24F6A5321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30F11-33F9-42B5-800B-FC33A862C1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450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75" r:id="rId11"/>
    <p:sldLayoutId id="2147483669" r:id="rId12"/>
    <p:sldLayoutId id="2147483671" r:id="rId13"/>
    <p:sldLayoutId id="2147483672" r:id="rId14"/>
    <p:sldLayoutId id="2147483673" r:id="rId15"/>
    <p:sldLayoutId id="2147483674" r:id="rId16"/>
    <p:sldLayoutId id="2147483676" r:id="rId17"/>
    <p:sldLayoutId id="2147483686" r:id="rId18"/>
    <p:sldLayoutId id="2147483678" r:id="rId19"/>
    <p:sldLayoutId id="2147483679" r:id="rId20"/>
    <p:sldLayoutId id="2147483685" r:id="rId21"/>
    <p:sldLayoutId id="2147483680" r:id="rId22"/>
    <p:sldLayoutId id="2147483677" r:id="rId23"/>
    <p:sldLayoutId id="2147483681" r:id="rId24"/>
    <p:sldLayoutId id="2147483682" r:id="rId25"/>
    <p:sldLayoutId id="2147483683" r:id="rId26"/>
    <p:sldLayoutId id="2147483684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DA8F6D7AA6E5489021B3A9BFE1B690" ma:contentTypeVersion="6" ma:contentTypeDescription="Crear nuevo documento." ma:contentTypeScope="" ma:versionID="f53228d608ed07a4114ac485427a30f5">
  <xsd:schema xmlns:xsd="http://www.w3.org/2001/XMLSchema" xmlns:xs="http://www.w3.org/2001/XMLSchema" xmlns:p="http://schemas.microsoft.com/office/2006/metadata/properties" xmlns:ns2="ce9bf48c-383f-4cf5-9238-89d01d1a4f24" xmlns:ns3="8b1b9a19-fa78-4837-862b-642c704f22fd" targetNamespace="http://schemas.microsoft.com/office/2006/metadata/properties" ma:root="true" ma:fieldsID="6236275847a3bb9654d9e266710ba071" ns2:_="" ns3:_="">
    <xsd:import namespace="ce9bf48c-383f-4cf5-9238-89d01d1a4f24"/>
    <xsd:import namespace="8b1b9a19-fa78-4837-862b-642c704f22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bf48c-383f-4cf5-9238-89d01d1a4f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b9a19-fa78-4837-862b-642c704f22f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DF3AA2-98BA-4389-84C9-25EEDB47308C}">
  <ds:schemaRefs>
    <ds:schemaRef ds:uri="http://purl.org/dc/elements/1.1/"/>
    <ds:schemaRef ds:uri="http://www.w3.org/XML/1998/namespace"/>
    <ds:schemaRef ds:uri="8b1b9a19-fa78-4837-862b-642c704f22fd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ce9bf48c-383f-4cf5-9238-89d01d1a4f2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CE9474C-3776-4A62-9822-26202BD999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89FD61-8381-4E9F-A8B6-946D727E3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9bf48c-383f-4cf5-9238-89d01d1a4f24"/>
    <ds:schemaRef ds:uri="8b1b9a19-fa78-4837-862b-642c704f22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Desarrollo Basico - Aumentado (4)</Template>
  <TotalTime>17066</TotalTime>
  <Words>1054</Words>
  <Application>Microsoft Office PowerPoint</Application>
  <PresentationFormat>Panorámica</PresentationFormat>
  <Paragraphs>79</Paragraphs>
  <Slides>69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69</vt:i4>
      </vt:variant>
    </vt:vector>
  </HeadingPairs>
  <TitlesOfParts>
    <vt:vector size="75" baseType="lpstr">
      <vt:lpstr>Arial</vt:lpstr>
      <vt:lpstr>Calibri</vt:lpstr>
      <vt:lpstr>Calibri Light</vt:lpstr>
      <vt:lpstr>Consolas</vt:lpstr>
      <vt:lpstr>Neue Haas Grotesk Text Pro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Capítulo 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</vt:lpstr>
      <vt:lpstr>Resultado esperado</vt:lpstr>
      <vt:lpstr>Presentación de PowerPoint</vt:lpstr>
      <vt:lpstr>Capítulo 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</vt:lpstr>
      <vt:lpstr>Resultado esperado</vt:lpstr>
      <vt:lpstr>Presentación de PowerPoint</vt:lpstr>
      <vt:lpstr>Capítulo 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</vt:lpstr>
      <vt:lpstr>Resultado esperado</vt:lpstr>
      <vt:lpstr>Presentación de PowerPoint</vt:lpstr>
      <vt:lpstr>Capítulo 4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</vt:lpstr>
      <vt:lpstr>Resultado esperado</vt:lpstr>
      <vt:lpstr>Presentación de PowerPoint</vt:lpstr>
      <vt:lpstr>Capítulo 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Nombre de la actividad </vt:lpstr>
      <vt:lpstr>Resultado esperado</vt:lpstr>
      <vt:lpstr>Presentación de PowerPoint</vt:lpstr>
      <vt:lpstr>Glosario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Silva</dc:creator>
  <cp:lastModifiedBy>Rodrigo Silva</cp:lastModifiedBy>
  <cp:revision>49</cp:revision>
  <dcterms:created xsi:type="dcterms:W3CDTF">2023-12-12T18:54:59Z</dcterms:created>
  <dcterms:modified xsi:type="dcterms:W3CDTF">2026-06-11T23:35:05Z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0x0101006DDA8F6D7AA6E5489021B3A9BFE1B690</vt:lpwstr>
  </property>
  <property fmtid="{D5CDD505-2E9C-101B-9397-08002B2CF9AE}" pid="3" name="MSIP_Label_5961e708-1402-4612-a13a-d4cd7db65271_Enabled">
    <vt:lpwstr>true</vt:lpwstr>
  </property>
  <property fmtid="{D5CDD505-2E9C-101B-9397-08002B2CF9AE}" pid="4" name="MSIP_Label_5961e708-1402-4612-a13a-d4cd7db65271_SetDate">
    <vt:lpwstr>2026-06-09T22:36:04Z</vt:lpwstr>
  </property>
  <property fmtid="{D5CDD505-2E9C-101B-9397-08002B2CF9AE}" pid="5" name="MSIP_Label_5961e708-1402-4612-a13a-d4cd7db65271_Method">
    <vt:lpwstr>Privileged</vt:lpwstr>
  </property>
  <property fmtid="{D5CDD505-2E9C-101B-9397-08002B2CF9AE}" pid="6" name="MSIP_Label_5961e708-1402-4612-a13a-d4cd7db65271_Name">
    <vt:lpwstr>Público</vt:lpwstr>
  </property>
  <property fmtid="{D5CDD505-2E9C-101B-9397-08002B2CF9AE}" pid="7" name="MSIP_Label_5961e708-1402-4612-a13a-d4cd7db65271_SiteId">
    <vt:lpwstr>c0d4f0b3-9edd-4cee-b7f9-caf9a448f665</vt:lpwstr>
  </property>
  <property fmtid="{D5CDD505-2E9C-101B-9397-08002B2CF9AE}" pid="8" name="MSIP_Label_5961e708-1402-4612-a13a-d4cd7db65271_ActionId">
    <vt:lpwstr>d57eb1a8-d285-4338-92ca-6c977db92a6a</vt:lpwstr>
  </property>
  <property fmtid="{D5CDD505-2E9C-101B-9397-08002B2CF9AE}" pid="9" name="MSIP_Label_5961e708-1402-4612-a13a-d4cd7db65271_ContentBits">
    <vt:lpwstr>0</vt:lpwstr>
  </property>
  <property fmtid="{D5CDD505-2E9C-101B-9397-08002B2CF9AE}" pid="10" name="MSIP_Label_5961e708-1402-4612-a13a-d4cd7db65271_Tag">
    <vt:lpwstr>10, 0, 1, 1</vt:lpwstr>
  </property>
</Properties>
</file>